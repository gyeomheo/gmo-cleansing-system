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fea04b80f2e844ec" Type="http://schemas.openxmlformats.org/package/2006/relationships/metadata/core-properties" Target="/docProps/core.xml"/><Relationship Id="R92e857020b5a49c5" Type="http://schemas.openxmlformats.org/officeDocument/2006/relationships/officeDocument" Target="/ppt/presentation.xml"/><Relationship Id="rId1" Type="http://schemas.openxmlformats.org/officeDocument/2006/relationships/custom-properties" Target="docProps/custom.xml"/><Relationship Id="R2727641f209e47dd" Type="http://schemas.openxmlformats.org/officeDocument/2006/relationships/extended-properties" Target="/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a24ec855d426e"/>
  </p:sldMasterIdLst>
  <p:notesMasterIdLst>
    <p:notesMasterId xmlns:r="http://schemas.openxmlformats.org/officeDocument/2006/relationships" r:id="Ra17c9ce43bdd4a87"/>
  </p:notesMasterIdLst>
  <p:sldIdLst>
    <p:sldId xmlns:r="http://schemas.openxmlformats.org/officeDocument/2006/relationships" id="256" r:id="R6d1a991d09a14f62"/>
    <p:sldId xmlns:r="http://schemas.openxmlformats.org/officeDocument/2006/relationships" id="257" r:id="R634c72d14e6d4151"/>
    <p:sldId xmlns:r="http://schemas.openxmlformats.org/officeDocument/2006/relationships" id="258" r:id="R5f6c117814ce483a"/>
    <p:sldId xmlns:r="http://schemas.openxmlformats.org/officeDocument/2006/relationships" id="259" r:id="R2e4d5f2bb2054a53"/>
    <p:sldId xmlns:r="http://schemas.openxmlformats.org/officeDocument/2006/relationships" id="260" r:id="R1a0dfc765a7043b5"/>
    <p:sldId xmlns:r="http://schemas.openxmlformats.org/officeDocument/2006/relationships" id="261" r:id="R14c40296cb564a09"/>
    <p:sldId xmlns:r="http://schemas.openxmlformats.org/officeDocument/2006/relationships" id="262" r:id="R3c66e554815849fe"/>
    <p:sldId xmlns:r="http://schemas.openxmlformats.org/officeDocument/2006/relationships" id="263" r:id="Rc3dd3a4fc27b44cb"/>
    <p:sldId xmlns:r="http://schemas.openxmlformats.org/officeDocument/2006/relationships" id="264" r:id="R80ba6a539e564659"/>
    <p:sldId xmlns:r="http://schemas.openxmlformats.org/officeDocument/2006/relationships" id="265" r:id="R036b2c4207d74961"/>
    <p:sldId xmlns:r="http://schemas.openxmlformats.org/officeDocument/2006/relationships" id="266" r:id="Rb276498952cd411c"/>
    <p:sldId xmlns:r="http://schemas.openxmlformats.org/officeDocument/2006/relationships" id="267" r:id="R2f132f161e064585"/>
    <p:sldId xmlns:r="http://schemas.openxmlformats.org/officeDocument/2006/relationships" id="268" r:id="R83beb4d32d1d41ba"/>
    <p:sldId xmlns:r="http://schemas.openxmlformats.org/officeDocument/2006/relationships" id="269" r:id="R4876221da54f4720"/>
    <p:sldId xmlns:r="http://schemas.openxmlformats.org/officeDocument/2006/relationships" id="270" r:id="R5199996e98724c18"/>
    <p:sldId xmlns:r="http://schemas.openxmlformats.org/officeDocument/2006/relationships" id="271" r:id="R1e23d67f44c742ae"/>
    <p:sldId xmlns:r="http://schemas.openxmlformats.org/officeDocument/2006/relationships" id="272" r:id="R4cd3a46d1c484b9f"/>
    <p:sldId xmlns:r="http://schemas.openxmlformats.org/officeDocument/2006/relationships" id="273" r:id="R0464c28bc36745b8"/>
    <p:sldId xmlns:r="http://schemas.openxmlformats.org/officeDocument/2006/relationships" id="274" r:id="Re57a96e22c354199"/>
    <p:sldId xmlns:r="http://schemas.openxmlformats.org/officeDocument/2006/relationships" id="275" r:id="R25a1546665c544ab"/>
    <p:sldId xmlns:r="http://schemas.openxmlformats.org/officeDocument/2006/relationships" id="276" r:id="Rc60fc0ad242044c9"/>
    <p:sldId xmlns:r="http://schemas.openxmlformats.org/officeDocument/2006/relationships" id="277" r:id="Rcde3b575dd064918"/>
    <p:sldId xmlns:r="http://schemas.openxmlformats.org/officeDocument/2006/relationships" id="278" r:id="R1ded81e59fe74fdd"/>
    <p:sldId xmlns:r="http://schemas.openxmlformats.org/officeDocument/2006/relationships" id="279" r:id="Rda3f4ce9e0134c73"/>
    <p:sldId xmlns:r="http://schemas.openxmlformats.org/officeDocument/2006/relationships" id="280" r:id="R3200fe14c3144852"/>
    <p:sldId xmlns:r="http://schemas.openxmlformats.org/officeDocument/2006/relationships" id="281" r:id="Rfe93b0844dd94079"/>
    <p:sldId xmlns:r="http://schemas.openxmlformats.org/officeDocument/2006/relationships" id="282" r:id="R01841bcaab8b43a5"/>
    <p:sldId xmlns:r="http://schemas.openxmlformats.org/officeDocument/2006/relationships" id="283" r:id="Re4d0aca0e2764634"/>
    <p:sldId xmlns:r="http://schemas.openxmlformats.org/officeDocument/2006/relationships" id="284" r:id="R062ee28527e24e29"/>
    <p:sldId xmlns:r="http://schemas.openxmlformats.org/officeDocument/2006/relationships" id="285" r:id="Raf5adc7280334298"/>
    <p:sldId xmlns:r="http://schemas.openxmlformats.org/officeDocument/2006/relationships" id="286" r:id="R1b6843947b2f4888"/>
    <p:sldId xmlns:r="http://schemas.openxmlformats.org/officeDocument/2006/relationships" id="287" r:id="R93b0fedf2dff4e14"/>
    <p:sldId xmlns:r="http://schemas.openxmlformats.org/officeDocument/2006/relationships" id="288" r:id="R4430482079914b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5d9e4b36aa3e4543" Type="http://schemas.openxmlformats.org/officeDocument/2006/relationships/theme" Target="/ppt/theme/theme1.xml"/><Relationship Id="Rc60fc0ad242044c9" Type="http://schemas.openxmlformats.org/officeDocument/2006/relationships/slide" Target="/ppt/slides/slide21.xml"/><Relationship Id="R634c72d14e6d4151" Type="http://schemas.openxmlformats.org/officeDocument/2006/relationships/slide" Target="/ppt/slides/slide2.xml"/><Relationship Id="Rc3dd3a4fc27b44cb" Type="http://schemas.openxmlformats.org/officeDocument/2006/relationships/slide" Target="/ppt/slides/slide8.xml"/><Relationship Id="Rfe93b0844dd94079" Type="http://schemas.openxmlformats.org/officeDocument/2006/relationships/slide" Target="/ppt/slides/slide26.xml"/><Relationship Id="R80ba6a539e564659" Type="http://schemas.openxmlformats.org/officeDocument/2006/relationships/slide" Target="/ppt/slides/slide9.xml"/><Relationship Id="Raf5adc7280334298" Type="http://schemas.openxmlformats.org/officeDocument/2006/relationships/slide" Target="/ppt/slides/slide30.xml"/><Relationship Id="rId2" Type="http://schemas.openxmlformats.org/officeDocument/2006/relationships/customXml" Target="../customXml/item2.xml"/><Relationship Id="R1a0dfc765a7043b5" Type="http://schemas.openxmlformats.org/officeDocument/2006/relationships/slide" Target="/ppt/slides/slide5.xml"/><Relationship Id="R062ee28527e24e29" Type="http://schemas.openxmlformats.org/officeDocument/2006/relationships/slide" Target="/ppt/slides/slide29.xml"/><Relationship Id="R1b6843947b2f4888" Type="http://schemas.openxmlformats.org/officeDocument/2006/relationships/slide" Target="/ppt/slides/slide31.xml"/><Relationship Id="rId1" Type="http://schemas.openxmlformats.org/officeDocument/2006/relationships/customXml" Target="../customXml/item1.xml"/><Relationship Id="Ra17c9ce43bdd4a87" Type="http://schemas.openxmlformats.org/officeDocument/2006/relationships/notesMaster" Target="/ppt/notesMasters/notesMaster1.xml"/><Relationship Id="R5f6c117814ce483a" Type="http://schemas.openxmlformats.org/officeDocument/2006/relationships/slide" Target="/ppt/slides/slide3.xml"/><Relationship Id="Rb276498952cd411c" Type="http://schemas.openxmlformats.org/officeDocument/2006/relationships/slide" Target="/ppt/slides/slide11.xml"/><Relationship Id="R3200fe14c3144852" Type="http://schemas.openxmlformats.org/officeDocument/2006/relationships/slide" Target="/ppt/slides/slide25.xml"/><Relationship Id="Rf29b93cb1cd94e78" Type="http://schemas.openxmlformats.org/officeDocument/2006/relationships/tableStyles" Target="/ppt/tableStyles.xml"/><Relationship Id="R14c40296cb564a09" Type="http://schemas.openxmlformats.org/officeDocument/2006/relationships/slide" Target="/ppt/slides/slide6.xml"/><Relationship Id="R2f132f161e064585" Type="http://schemas.openxmlformats.org/officeDocument/2006/relationships/slide" Target="/ppt/slides/slide12.xml"/><Relationship Id="R83beb4d32d1d41ba" Type="http://schemas.openxmlformats.org/officeDocument/2006/relationships/slide" Target="/ppt/slides/slide13.xml"/><Relationship Id="R4876221da54f4720" Type="http://schemas.openxmlformats.org/officeDocument/2006/relationships/slide" Target="/ppt/slides/slide14.xml"/><Relationship Id="R5199996e98724c18" Type="http://schemas.openxmlformats.org/officeDocument/2006/relationships/slide" Target="/ppt/slides/slide15.xml"/><Relationship Id="R1e23d67f44c742ae" Type="http://schemas.openxmlformats.org/officeDocument/2006/relationships/slide" Target="/ppt/slides/slide16.xml"/><Relationship Id="R25a1546665c544ab" Type="http://schemas.openxmlformats.org/officeDocument/2006/relationships/slide" Target="/ppt/slides/slide20.xml"/><Relationship Id="Re4d0aca0e2764634" Type="http://schemas.openxmlformats.org/officeDocument/2006/relationships/slide" Target="/ppt/slides/slide28.xml"/><Relationship Id="R0464c28bc36745b8" Type="http://schemas.openxmlformats.org/officeDocument/2006/relationships/slide" Target="/ppt/slides/slide18.xml"/><Relationship Id="R01841bcaab8b43a5" Type="http://schemas.openxmlformats.org/officeDocument/2006/relationships/slide" Target="/ppt/slides/slide27.xml"/><Relationship Id="Rb33a24ec855d426e" Type="http://schemas.openxmlformats.org/officeDocument/2006/relationships/slideMaster" Target="/ppt/slideMasters/slideMaster1.xml"/><Relationship Id="R6d1a991d09a14f62" Type="http://schemas.openxmlformats.org/officeDocument/2006/relationships/slide" Target="/ppt/slides/slide1.xml"/><Relationship Id="R036b2c4207d74961" Type="http://schemas.openxmlformats.org/officeDocument/2006/relationships/slide" Target="/ppt/slides/slide10.xml"/><Relationship Id="R93b0fedf2dff4e14" Type="http://schemas.openxmlformats.org/officeDocument/2006/relationships/slide" Target="/ppt/slides/slide32.xml"/><Relationship Id="R4430482079914bf6" Type="http://schemas.openxmlformats.org/officeDocument/2006/relationships/slide" Target="/ppt/slides/slide33.xml"/><Relationship Id="R3c66e554815849fe" Type="http://schemas.openxmlformats.org/officeDocument/2006/relationships/slide" Target="/ppt/slides/slide7.xml"/><Relationship Id="R4cd3a46d1c484b9f" Type="http://schemas.openxmlformats.org/officeDocument/2006/relationships/slide" Target="/ppt/slides/slide17.xml"/><Relationship Id="Rcde3b575dd064918" Type="http://schemas.openxmlformats.org/officeDocument/2006/relationships/slide" Target="/ppt/slides/slide22.xml"/><Relationship Id="Rda3f4ce9e0134c73" Type="http://schemas.openxmlformats.org/officeDocument/2006/relationships/slide" Target="/ppt/slides/slide24.xml"/><Relationship Id="rId3" Type="http://schemas.openxmlformats.org/officeDocument/2006/relationships/customXml" Target="../customXml/item3.xml"/><Relationship Id="R5be9e1957dc14ddf" Type="http://schemas.openxmlformats.org/officeDocument/2006/relationships/presProps" Target="/ppt/presProps.xml"/><Relationship Id="R2e4d5f2bb2054a53" Type="http://schemas.openxmlformats.org/officeDocument/2006/relationships/slide" Target="/ppt/slides/slide4.xml"/><Relationship Id="Re57a96e22c354199" Type="http://schemas.openxmlformats.org/officeDocument/2006/relationships/slide" Target="/ppt/slides/slide19.xml"/><Relationship Id="R1ded81e59fe74fdd" Type="http://schemas.openxmlformats.org/officeDocument/2006/relationships/slide" Target="/ppt/slides/slide23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6c1489c20d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332d56115460d" /><Relationship Type="http://schemas.openxmlformats.org/officeDocument/2006/relationships/notesMaster" Target="/ppt/notesMasters/notesMaster1.xml" Id="R22c8ac6b6595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906d30ea24666" /><Relationship Type="http://schemas.openxmlformats.org/officeDocument/2006/relationships/notesMaster" Target="/ppt/notesMasters/notesMaster1.xml" Id="Re98e291eff9745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2f5ac8a23948d8" /><Relationship Type="http://schemas.openxmlformats.org/officeDocument/2006/relationships/notesMaster" Target="/ppt/notesMasters/notesMaster1.xml" Id="R26ccbe690493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7bc92b3594b83" /><Relationship Type="http://schemas.openxmlformats.org/officeDocument/2006/relationships/notesMaster" Target="/ppt/notesMasters/notesMaster1.xml" Id="R5bd9dc60b2e1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34ff86027b4957" /><Relationship Type="http://schemas.openxmlformats.org/officeDocument/2006/relationships/notesMaster" Target="/ppt/notesMasters/notesMaster1.xml" Id="Rf2d13e7daca0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11d072ab374a3c" /><Relationship Type="http://schemas.openxmlformats.org/officeDocument/2006/relationships/notesMaster" Target="/ppt/notesMasters/notesMaster1.xml" Id="Ra0259595d07b4d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c27b19fdf43db" /><Relationship Type="http://schemas.openxmlformats.org/officeDocument/2006/relationships/notesMaster" Target="/ppt/notesMasters/notesMaster1.xml" Id="Rd2be9f7d29bb4f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a4e792ca849b9" /><Relationship Type="http://schemas.openxmlformats.org/officeDocument/2006/relationships/notesMaster" Target="/ppt/notesMasters/notesMaster1.xml" Id="R9d1d5ea8636f4f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1b662b51d240d8" /><Relationship Type="http://schemas.openxmlformats.org/officeDocument/2006/relationships/notesMaster" Target="/ppt/notesMasters/notesMaster1.xml" Id="R0c4d77fe8a6b46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415b7fb4f848c5" /><Relationship Type="http://schemas.openxmlformats.org/officeDocument/2006/relationships/notesMaster" Target="/ppt/notesMasters/notesMaster1.xml" Id="R192e2ef9aa7049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495edca69245a2" /><Relationship Type="http://schemas.openxmlformats.org/officeDocument/2006/relationships/notesMaster" Target="/ppt/notesMasters/notesMaster1.xml" Id="Rf3cc3957f9904b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b47c44a89642ff" /><Relationship Type="http://schemas.openxmlformats.org/officeDocument/2006/relationships/notesMaster" Target="/ppt/notesMasters/notesMaster1.xml" Id="R8270f7458cab4d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bdff0b26df494e" /><Relationship Type="http://schemas.openxmlformats.org/officeDocument/2006/relationships/notesMaster" Target="/ppt/notesMasters/notesMaster1.xml" Id="Ra3175bd0aecf45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de14320c0f4e2d" /><Relationship Type="http://schemas.openxmlformats.org/officeDocument/2006/relationships/notesMaster" Target="/ppt/notesMasters/notesMaster1.xml" Id="Rf1706d625ee94e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e4ad6ec6a943c6" /><Relationship Type="http://schemas.openxmlformats.org/officeDocument/2006/relationships/notesMaster" Target="/ppt/notesMasters/notesMaster1.xml" Id="R8699d40c75e243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85d9c16b90480c" /><Relationship Type="http://schemas.openxmlformats.org/officeDocument/2006/relationships/notesMaster" Target="/ppt/notesMasters/notesMaster1.xml" Id="Rd2a1147a09ce4c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806098aad341b5" /><Relationship Type="http://schemas.openxmlformats.org/officeDocument/2006/relationships/notesMaster" Target="/ppt/notesMasters/notesMaster1.xml" Id="R1362c08b288940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cb9bae19854dc8" /><Relationship Type="http://schemas.openxmlformats.org/officeDocument/2006/relationships/notesMaster" Target="/ppt/notesMasters/notesMaster1.xml" Id="Rc39ec192748d49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4e8d007c644849" /><Relationship Type="http://schemas.openxmlformats.org/officeDocument/2006/relationships/notesMaster" Target="/ppt/notesMasters/notesMaster1.xml" Id="R1f313064fc3345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d091f937af435f" /><Relationship Type="http://schemas.openxmlformats.org/officeDocument/2006/relationships/notesMaster" Target="/ppt/notesMasters/notesMaster1.xml" Id="Rb9b1fb290a224a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d5ac53990e46de" /><Relationship Type="http://schemas.openxmlformats.org/officeDocument/2006/relationships/notesMaster" Target="/ppt/notesMasters/notesMaster1.xml" Id="Raad0549cf2b745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9d5987080d4ee6" /><Relationship Type="http://schemas.openxmlformats.org/officeDocument/2006/relationships/notesMaster" Target="/ppt/notesMasters/notesMaster1.xml" Id="R9b083b67cf8548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73a9ab11b2444b" /><Relationship Type="http://schemas.openxmlformats.org/officeDocument/2006/relationships/notesMaster" Target="/ppt/notesMasters/notesMaster1.xml" Id="Rb7cd3433321c40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9bac66137b4ea3" /><Relationship Type="http://schemas.openxmlformats.org/officeDocument/2006/relationships/notesMaster" Target="/ppt/notesMasters/notesMaster1.xml" Id="R79862deaf51c40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84762ceaf948e5" /><Relationship Type="http://schemas.openxmlformats.org/officeDocument/2006/relationships/notesMaster" Target="/ppt/notesMasters/notesMaster1.xml" Id="Rbe22279c062c41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72cf5ce8f6a4773" /><Relationship Type="http://schemas.openxmlformats.org/officeDocument/2006/relationships/notesMaster" Target="/ppt/notesMasters/notesMaster1.xml" Id="R05a008341ddc4e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f2220147cb542aa" /><Relationship Type="http://schemas.openxmlformats.org/officeDocument/2006/relationships/notesMaster" Target="/ppt/notesMasters/notesMaster1.xml" Id="R0a4f7135452449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da0c203e83493b" /><Relationship Type="http://schemas.openxmlformats.org/officeDocument/2006/relationships/notesMaster" Target="/ppt/notesMasters/notesMaster1.xml" Id="Rbaed454ab60f44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142122756b4dc2" /><Relationship Type="http://schemas.openxmlformats.org/officeDocument/2006/relationships/notesMaster" Target="/ppt/notesMasters/notesMaster1.xml" Id="R449fa805213b43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d0737da47d4b38" /><Relationship Type="http://schemas.openxmlformats.org/officeDocument/2006/relationships/notesMaster" Target="/ppt/notesMasters/notesMaster1.xml" Id="Rd67fae9f201b42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4f608fd470e4328" /><Relationship Type="http://schemas.openxmlformats.org/officeDocument/2006/relationships/notesMaster" Target="/ppt/notesMasters/notesMaster1.xml" Id="R7dc7420e04af4b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f9e0cbed3b4c12" /><Relationship Type="http://schemas.openxmlformats.org/officeDocument/2006/relationships/notesMaster" Target="/ppt/notesMasters/notesMaster1.xml" Id="Rf59a34bb087345b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d394f4c4dd4366" /><Relationship Type="http://schemas.openxmlformats.org/officeDocument/2006/relationships/notesMaster" Target="/ppt/notesMasters/notesMaster1.xml" Id="R7099c89971bd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c4655371140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8dc35a4bc8405e" /><Relationship Type="http://schemas.openxmlformats.org/officeDocument/2006/relationships/slideLayout" Target="/ppt/slideLayouts/slideLayout1.xml" Id="Rf0544caad05746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44caad05746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2d1c5d36486b" /><Relationship Type="http://schemas.openxmlformats.org/officeDocument/2006/relationships/notesSlide" Target="/ppt/notesSlides/notesSlide1.xml" Id="R21c7dc5a0f33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6b325af534e0c" /><Relationship Type="http://schemas.openxmlformats.org/officeDocument/2006/relationships/notesSlide" Target="/ppt/notesSlides/notesSlide2.xml" Id="R2b8e84189f1f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a115381e4e23" /><Relationship Type="http://schemas.openxmlformats.org/officeDocument/2006/relationships/notesSlide" Target="/ppt/notesSlides/notesSlide3.xml" Id="R459fe8e3378c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1ae4d7a534949" /><Relationship Type="http://schemas.openxmlformats.org/officeDocument/2006/relationships/notesSlide" Target="/ppt/notesSlides/notesSlide4.xml" Id="R0464d318ba97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aafce31084475" /><Relationship Type="http://schemas.openxmlformats.org/officeDocument/2006/relationships/notesSlide" Target="/ppt/notesSlides/notesSlide5.xml" Id="R337c0bd0f6e24c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0be4073b4f5f" /><Relationship Type="http://schemas.openxmlformats.org/officeDocument/2006/relationships/notesSlide" Target="/ppt/notesSlides/notesSlide6.xml" Id="R8783b831b22e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1702af2424e2f" /><Relationship Type="http://schemas.openxmlformats.org/officeDocument/2006/relationships/notesSlide" Target="/ppt/notesSlides/notesSlide7.xml" Id="R70806794dd124d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519c8bbe3486b" /><Relationship Type="http://schemas.openxmlformats.org/officeDocument/2006/relationships/notesSlide" Target="/ppt/notesSlides/notesSlide8.xml" Id="Rae66619255a1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af89968e647cd" /><Relationship Type="http://schemas.openxmlformats.org/officeDocument/2006/relationships/notesSlide" Target="/ppt/notesSlides/notesSlide9.xml" Id="Rf8ed3d861aec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a705f27ed4980" /><Relationship Type="http://schemas.openxmlformats.org/officeDocument/2006/relationships/notesSlide" Target="/ppt/notesSlides/notesSlide10.xml" Id="Rdcab119edfef4d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b0c3aa9cf45d4" /><Relationship Type="http://schemas.openxmlformats.org/officeDocument/2006/relationships/notesSlide" Target="/ppt/notesSlides/notesSlide11.xml" Id="Ref6389a9212849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0d000379d4f04" /><Relationship Type="http://schemas.openxmlformats.org/officeDocument/2006/relationships/notesSlide" Target="/ppt/notesSlides/notesSlide12.xml" Id="R0929215b1f524f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76027708f4011" /><Relationship Type="http://schemas.openxmlformats.org/officeDocument/2006/relationships/notesSlide" Target="/ppt/notesSlides/notesSlide13.xml" Id="R5e492b81605840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4b6ea1ff44ffc" /><Relationship Type="http://schemas.openxmlformats.org/officeDocument/2006/relationships/notesSlide" Target="/ppt/notesSlides/notesSlide14.xml" Id="R08854b4598214c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f75d07dd04408" /><Relationship Type="http://schemas.openxmlformats.org/officeDocument/2006/relationships/notesSlide" Target="/ppt/notesSlides/notesSlide15.xml" Id="R68d6095cbdeb4a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5961f48fa4ad6" /><Relationship Type="http://schemas.openxmlformats.org/officeDocument/2006/relationships/notesSlide" Target="/ppt/notesSlides/notesSlide16.xml" Id="Rffde1590dccf4b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b9c9d42d64b67" /><Relationship Type="http://schemas.openxmlformats.org/officeDocument/2006/relationships/notesSlide" Target="/ppt/notesSlides/notesSlide17.xml" Id="Rbd57090e278f4f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2adb52724b58" /><Relationship Type="http://schemas.openxmlformats.org/officeDocument/2006/relationships/notesSlide" Target="/ppt/notesSlides/notesSlide18.xml" Id="Rffdda33131c34b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c8a97c4d4fca" /><Relationship Type="http://schemas.openxmlformats.org/officeDocument/2006/relationships/notesSlide" Target="/ppt/notesSlides/notesSlide19.xml" Id="R2e96af30093c42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f541d9a04b82" /><Relationship Type="http://schemas.openxmlformats.org/officeDocument/2006/relationships/notesSlide" Target="/ppt/notesSlides/notesSlide20.xml" Id="Rd9c97c03bd094e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fc77de7734ab2" /><Relationship Type="http://schemas.openxmlformats.org/officeDocument/2006/relationships/notesSlide" Target="/ppt/notesSlides/notesSlide21.xml" Id="Rd61afbdb0aa048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b9c3206f4e81" /><Relationship Type="http://schemas.openxmlformats.org/officeDocument/2006/relationships/notesSlide" Target="/ppt/notesSlides/notesSlide22.xml" Id="R197e5a89cfb545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8ff88a10a4a2b" /><Relationship Type="http://schemas.openxmlformats.org/officeDocument/2006/relationships/notesSlide" Target="/ppt/notesSlides/notesSlide23.xml" Id="R111bf4a069c84d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89447c6924ced" /><Relationship Type="http://schemas.openxmlformats.org/officeDocument/2006/relationships/notesSlide" Target="/ppt/notesSlides/notesSlide24.xml" Id="Rd3d2847a969344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e6069328b429a" /><Relationship Type="http://schemas.openxmlformats.org/officeDocument/2006/relationships/notesSlide" Target="/ppt/notesSlides/notesSlide25.xml" Id="R7e3234d40a514f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5c16ae2fd4f8c" /><Relationship Type="http://schemas.openxmlformats.org/officeDocument/2006/relationships/notesSlide" Target="/ppt/notesSlides/notesSlide26.xml" Id="R92ce61bf68fa44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8ebbcc06146ba" /><Relationship Type="http://schemas.openxmlformats.org/officeDocument/2006/relationships/notesSlide" Target="/ppt/notesSlides/notesSlide27.xml" Id="R7c1995a6c5cd4c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5e70150884d38" /><Relationship Type="http://schemas.openxmlformats.org/officeDocument/2006/relationships/notesSlide" Target="/ppt/notesSlides/notesSlide28.xml" Id="Rd58c6c4a5ef849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2ff79db844170" /><Relationship Type="http://schemas.openxmlformats.org/officeDocument/2006/relationships/notesSlide" Target="/ppt/notesSlides/notesSlide29.xml" Id="R55fab68716ec42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e2c365fa41fe" /><Relationship Type="http://schemas.openxmlformats.org/officeDocument/2006/relationships/notesSlide" Target="/ppt/notesSlides/notesSlide30.xml" Id="R54638d9fbb6c45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0dceeadf44dd5" /><Relationship Type="http://schemas.openxmlformats.org/officeDocument/2006/relationships/notesSlide" Target="/ppt/notesSlides/notesSlide31.xml" Id="R6e1591865bcd4c0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d9d33bb47484a" /><Relationship Type="http://schemas.openxmlformats.org/officeDocument/2006/relationships/notesSlide" Target="/ppt/notesSlides/notesSlide32.xml" Id="Reb141f8f16c943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342903fb64188" /><Relationship Type="http://schemas.openxmlformats.org/officeDocument/2006/relationships/notesSlide" Target="/ppt/notesSlides/notesSlide33.xml" Id="Rf415918f2048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21879-C2DC-4B73-85CE-FAAB9C57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2033"/>
                </a:solidFill>
              </a:defRPr>
            </a:pPr>
            <a:r>
              <a:rPr sz="4200" b="1">
                <a:solidFill>
                  <a:srgbClr val="162033"/>
                </a:solidFill>
              </a:rPr>
              <a:t>GMO Cleansing</a:t>
            </a:r>
          </a:p>
          <a:p xmlns:a="http://schemas.openxmlformats.org/drawingml/2006/main">
            <a:pPr algn="l">
              <a:defRPr sz="4200" b="1">
                <a:solidFill>
                  <a:srgbClr val="162033"/>
                </a:solidFill>
              </a:defRPr>
            </a:pPr>
            <a:r>
              <a:rPr sz="4200" b="1">
                <a:solidFill>
                  <a:srgbClr val="162033"/>
                </a:solidFill>
              </a:rPr>
              <a:t>Logic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7D7D6-D218-48ED-8A33-9E68AF6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B7E"/>
                </a:solidFill>
              </a:defRPr>
            </a:pPr>
            <a:r>
              <a:rPr sz="1650" b="0">
                <a:solidFill>
                  <a:srgbClr val="5E6B7E"/>
                </a:solidFill>
              </a:rPr>
              <a:t>이 PPT만 보고 입력 CSV부터 cleaned 결과, 요약 리포트, 미매핑 리포트까지의 클렌징 로직을 이해할 수 있게 정리한 상세 인수인계 자료입니다.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7FA2-E576-4A55-8DB2-30D263DC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849AE-3E15-481B-8D9E-17F6333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15106-46C1-47C6-9A48-6E66F527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5E3D1-A60B-4827-A6DA-3882B8FE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개별 클렌징 산출물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66682-FCF7-4F92-AD11-BCA56BA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A72D-9B26-49E3-A121-BAD3169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3B3D0-012A-4FD7-A4E8-624F6948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진입점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D6BB5-C1C5-4038-84FD-1DE93959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run.py / main_workflow()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C44B1-84C2-46D1-882E-77ED6FD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D6964-1642-4CBB-AD0D-97883E7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D7C2D-0606-4E6E-B1D3-99E80CB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핵심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D3DF1-1163-48DC-B0E9-0BBE8139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src/pipeline.py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AB055-D799-4F4D-80DA-AECAC3A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2026-06-22</a:t>
            </a:r>
          </a:p>
        </p:txBody>
      </p:sp>
    </p:spTree>
    <p:extLst>
      <p:ext uri="{BB962C8B-B14F-4D97-AF65-F5344CB8AC3E}">
        <p14:creationId xmlns:p14="http://schemas.microsoft.com/office/powerpoint/2010/main" val="172302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DCA73-0F85-491A-AA3C-BFDDDCB4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756C-140E-40A3-8425-5E08B7F6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이 자료가 설명하는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A044-956C-438C-BC34-1DC1A58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1EAF1-1EE3-4702-AD59-C2F49D38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12E75-458F-42EB-AA0F-EEE225C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F0FB5-A642-4C4D-9B67-38E7B1B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포함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5FC7B-6716-42BB-BED8-65D9D36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00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입력 CSV 로드, 날짜/지표 전처리, 미디어 매핑, MX/CE 제품 매핑, 개별 결과 저장, 변경 요약, 미매핑 리포트.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C672F-A6BD-4C50-A0C7-84CC2AC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F8ADB-E98B-4074-B24E-F2C8BF4E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764AA-EEBE-4195-A97F-CD9DB83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끝점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8F7F3-14B7-4F3D-AE65-DA291952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800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cleaned 결과 CSV, 변경 요약 CSV, 미매핑 리포트까지를 설명합니다. 이후 운영 단계는 다루지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AB073-5C21-4781-9885-326C20D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27A2A-8620-4D43-AF1B-C0BC4777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37B6B-D0A2-4365-BBD2-C19DEB61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운영 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9B508-180F-47F7-BABB-95B40B38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00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어떤 파일을 넣고, 어떤 매핑을 고치고, 어떤 리포트를 확인해야 하는지까지 추적합니다.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865CF-7B06-4ECD-92DB-C666A37C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이 상세본의 끝점은 cleaned_*.csv, *_Summary_*.csv, Reports/Unmapped_*.csv입니다.</a:t>
            </a:r>
          </a:p>
        </p:txBody>
      </p:sp>
    </p:spTree>
    <p:extLst>
      <p:ext uri="{BB962C8B-B14F-4D97-AF65-F5344CB8AC3E}">
        <p14:creationId xmlns:p14="http://schemas.microsoft.com/office/powerpoint/2010/main" val="100400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0A093-9726-4B18-85CA-9F4C5DE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623AA-FF93-4833-98C4-95B149A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전체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7324E-8E39-400F-8F44-F64533FB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6C02C-92A2-4099-B413-5DEBDAA8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0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03C7-C8E5-4C2C-B218-33687742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</a:defRPr>
            </a:pPr>
            <a:r>
              <a:rPr sz="262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5A8EA-29C1-4666-AC77-48A68FF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</a:defRPr>
            </a:pPr>
            <a:r>
              <a:rPr sz="1575" b="1">
                <a:solidFill>
                  <a:srgbClr val="162033"/>
                </a:solidFill>
              </a:rPr>
              <a:t>매핑 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F3989-7256-4091-BB29-30F22BD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Excel -&gt; JSON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실행마다 캐시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E6C8-B5F4-4BA4-8774-3193F908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00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CD141-54DE-450E-B490-606F6A1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B69E2-23EA-4004-89BF-38A21F0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</a:defRPr>
            </a:pPr>
            <a:r>
              <a:rPr sz="1575" b="1">
                <a:solidFill>
                  <a:srgbClr val="162033"/>
                </a:solidFill>
              </a:rPr>
              <a:t>CSV 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CF0B2-4AFB-45E0-8835-27502602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1_Input/*.csv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파일별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3D4D0-3962-4119-8C53-EFA65C3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00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527C8-A253-4938-8567-5D3812CB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803D"/>
                </a:solidFill>
              </a:defRPr>
            </a:pPr>
            <a:r>
              <a:rPr sz="2625" b="1">
                <a:solidFill>
                  <a:srgbClr val="15803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7D19-C688-48FC-9C8D-5BC7D28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24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</a:defRPr>
            </a:pPr>
            <a:r>
              <a:rPr sz="1575" b="1">
                <a:solidFill>
                  <a:srgbClr val="162033"/>
                </a:solidFill>
              </a:rPr>
              <a:t>공통 정제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E4A7E-B726-44DB-B461-A5DD813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헤더, 날짜,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수치 컬럼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082CC-8329-46DE-9F3C-27F451B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200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AF5DB-B98C-4282-A6D5-3764CF4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16207"/>
                </a:solidFill>
              </a:defRPr>
            </a:pPr>
            <a:r>
              <a:rPr sz="2625" b="1">
                <a:solidFill>
                  <a:srgbClr val="A1620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F7BAF-6A07-47EF-BEC5-9F65FAEA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</a:defRPr>
            </a:pPr>
            <a:r>
              <a:rPr sz="1575" b="1">
                <a:solidFill>
                  <a:srgbClr val="162033"/>
                </a:solidFill>
              </a:rPr>
              <a:t>클렌징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A6674-1F30-4868-8739-676F5AC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미디어 공통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MX/CE 제품 분기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778A4-09CB-41F9-94C1-B115EA6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81250"/>
            <a:ext cx="200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11D8B-16B0-46F7-B280-16958835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45309"/>
                </a:solidFill>
              </a:defRPr>
            </a:pPr>
            <a:r>
              <a:rPr sz="2625" b="1">
                <a:solidFill>
                  <a:srgbClr val="B45309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BF04B-60EB-4A32-99A2-10D223D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</a:defRPr>
            </a:pPr>
            <a:r>
              <a:rPr sz="1575" b="1">
                <a:solidFill>
                  <a:srgbClr val="162033"/>
                </a:solidFill>
              </a:rPr>
              <a:t>파일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D0B52-2472-486B-AD5A-DFA5905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cleaned 결과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요약/미매핑 리포트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989A8-D93D-4E8E-A6CA-712EC9F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개별 파일 오류는 해당 파일만 Skip하고 다음 CSV 처리를 계속합니다.</a:t>
            </a:r>
          </a:p>
        </p:txBody>
      </p:sp>
    </p:spTree>
    <p:extLst>
      <p:ext uri="{BB962C8B-B14F-4D97-AF65-F5344CB8AC3E}">
        <p14:creationId xmlns:p14="http://schemas.microsoft.com/office/powerpoint/2010/main" val="1083082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BB1A1-0BC6-4FD0-BD6E-3391C86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48C3D-443A-4E1F-A6BD-03AF9301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폴더와 설정 파일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F2C90-B0D7-4EB5-B1E9-D81C6904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2095500"/>
                <a:gridCol w="3429000"/>
                <a:gridCol w="409575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경로/파일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운영 포인트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1_Input/*.csv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원본 CSV 투입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열려 있으면 PermissionError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출력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cleaned/summary 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데이터 CSV는 커밋 제외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리포트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2_Output/Reports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미매핑 key 목록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 보완의 출발점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3_Config/*.xlsx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표준 매핑 원천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수정 후 재실행하면 JSON 갱신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캐시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3_Config/*.json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merge용 lookup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Excel 기준 자동 생성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cleansing_log.txt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실행/스킵/오류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장애 대응 1차 자료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40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A7C1D-53BE-4F0F-8B96-60D79B97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90448-64CD-4C50-A464-A0D9961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run.py의 큰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86AB-10EF-403C-9823-1DA8B2A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9FE6-804F-4585-B046-508C3234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FA5F1-CB03-4C4A-A102-8A8D939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MAIN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3A5C1-C2A6-46AD-A5BD-AC718D8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273BC-BEF1-4FB9-8F30-7C4B6B4B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61C34-77F7-4FC0-A6D4-85C4BF3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초기화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E4A45-39FA-4694-916E-CDE60E8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warnings UserWarning 무시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src 모듈 import 실패 시 즉시 종료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cleansing_log.txt와 stdout에 동시 로깅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4. Excel 매핑 3종을 JSON 캐시로 변환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5. JSON 캐시를 DataFrame df_map으로 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2E549-B182-41EF-99FA-BBE2814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FB677-7D22-4086-921F-C137BDAB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84798-61BA-41FD-A625-E1D76C8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파일 반복 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DECEF-874C-496A-8659-B2E0898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1_Input/*.csv를 pathlib.glob으로 수집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파일별 load_csv_safely 실행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공통 전처리 후 raw 원본 복사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4. Media -&gt; Product 순서로 클렌징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5. cleaned/summary/unmapped 리포트 저장</a:t>
            </a:r>
          </a:p>
        </p:txBody>
      </p:sp>
    </p:spTree>
    <p:extLst>
      <p:ext uri="{BB962C8B-B14F-4D97-AF65-F5344CB8AC3E}">
        <p14:creationId xmlns:p14="http://schemas.microsoft.com/office/powerpoint/2010/main" val="1638727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93BE6-7CA1-418E-A7CE-2D2B0BF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16CB3-747D-4689-9BBF-ED345E14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매핑 설정: config.py가 로직을 일반화하는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E6C1-9011-4A7A-B719-F91D68F1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B900D-288E-4600-96F8-BDEA9A49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735E1-F1DB-42FA-AE54-99F127B3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CONFIG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3143250"/>
                <a:gridCol w="2190750"/>
                <a:gridCol w="1333500"/>
                <a:gridCol w="2571750"/>
              </a:tblGrid>
              <a:tr h="809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매핑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raw_cols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std_cols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normalize_cols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 Type 1 / 2 / 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D/E/F_Standard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F_Key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세 컬럼 모두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 MX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 / Series / Products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A/B/C_Standard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C_Key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세 컬럼 모두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 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 / Series / Products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A/B/C_Standard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A_Key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Category, Series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8675C-590E-4B43-8742-F056C3A3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핵심 포인트: 같은 run_cleansing_pipeline()도 map_cols 설정에 따라 Media 또는 MX Product 로직으로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1266396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8A75C-5F03-4536-83B4-6E60A936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9E107-9462-458A-A12F-C0EA0CC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Excel 매핑을 JSON 캐시로 바꾸는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770CE-2AA6-41E4-B911-9FE6808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89313-3E10-413D-9490-FA83F2A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81A8A-B148-4414-B5C5-AADEAE8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CONVERTER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AD776-2B50-410E-85B5-E396B6B7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0024C-6521-4C90-8594-7629B39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4AB99-7971-43CA-84AA-AA07CE01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convert_excel_to_json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B1A01-FC57-49E8-B5F4-CE4607B8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Excel을 읽고 NaN을 빈 문자열로 통일합니다. key_col 기준으로 std_cols 후보들을 groupby하여 dictionary 형태로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30948-3514-46AB-B0E7-A351661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B007C-66E1-4054-8646-6191F01E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4815A-538C-4377-984A-6D6A746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저장 형태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18331-C26B-4B4E-9DC2-87F36F9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예: key 하나에 여러 표준 후보가 있을 수 있습니다. JSON 값은 후보 행들의 리스트입니다. indent 없이 저장해 속도를 우선합니다.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ABA76-F9E2-4433-95E4-857E62A0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DF0A2-8D47-4994-AA36-CBA8C98D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9ACE7-EAA4-4442-8AE2-18B9C35D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load_map_from_json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7E999-63F5-464C-8C46-9DAEB9F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JSON을 다시 펼쳐 [key + std_cols] DataFrame으로 만들고, 이후 pd.merge에 바로 사용합니다.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4F5D7-6A70-4D3B-8C68-25C4AAE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906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A4FBD-2A83-4560-B1A1-0E5C788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mapping_dict = {key: group.values.tolist() for key, group in grouped}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df_map columns = [key_col] + std_col_names</a:t>
            </a:r>
          </a:p>
        </p:txBody>
      </p:sp>
    </p:spTree>
    <p:extLst>
      <p:ext uri="{BB962C8B-B14F-4D97-AF65-F5344CB8AC3E}">
        <p14:creationId xmlns:p14="http://schemas.microsoft.com/office/powerpoint/2010/main" val="1955844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3E455-E7A9-4C87-9023-600F49F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4A395-235B-4C80-8308-E8AFAE0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CSV 로딩: load_csv_safely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6E266-E343-4481-B606-441B44E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5E9B-51C9-4038-9413-B83693A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836F-01B6-4872-B46A-A55EB164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9BB44-40A6-4F7B-A97B-74340F7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595F8-2A81-4837-B601-FDA977C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591EA-0C3F-417E-A787-E650A82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로드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F73AB-32D6-49A4-AB3D-5436A4F7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Path 객체로 정규화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파일 존재 여부 확인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utf-8-sig로 읽기 시도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4. UnicodeDecodeError면 cp949 재시도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5. low_memory=False로 타입 추론 안정화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D2095-6A17-4888-AAB8-0C6FE38C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D035F-CC43-4017-A88D-96EB782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0D0B8-7C25-4FD1-ABE9-53600AF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방어 로직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BD473-9CC0-4CFB-A847-1C86554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PermissionError면 Excel에서 열린 파일 가능성 안내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기타 예외는 파일명과 함께 로그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모든 인코딩 실패 시 None 반환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4. None이면 run.py가 해당 파일 Skip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5. Unnamed:/Colonne 시스템 컬럼 제거</a:t>
            </a:r>
          </a:p>
        </p:txBody>
      </p:sp>
    </p:spTree>
    <p:extLst>
      <p:ext uri="{BB962C8B-B14F-4D97-AF65-F5344CB8AC3E}">
        <p14:creationId xmlns:p14="http://schemas.microsoft.com/office/powerpoint/2010/main" val="1925272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571E4-5697-46C3-B260-2EB83B4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80BCB-7161-4908-9527-97A554B9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컬럼 헤더 정리: sanitize_column_headers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02640-B685-42C5-9E19-9A8C72B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28BCD-17C7-4AAC-8AAD-A1F7FE6E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634F2-6319-46AF-9A2D-9896393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COLUMN CLEANUP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23900" y="2019300"/>
          <a:ext xmlns:a="http://schemas.openxmlformats.org/drawingml/2006/main" cx="10744200" cy="2933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3714750"/>
                <a:gridCol w="6076950"/>
              </a:tblGrid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의도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df.columns.astype(str)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컬럼명을 모두 문자열로 통일</a:t>
                      </a:r>
                    </a:p>
                  </a:txBody>
                  <a:tcPr marL="91440" marR="91440" marT="45720" marB="45720"/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\ufeff 제거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BOM 때문에 매칭 실패하는 상황 방지</a:t>
                      </a:r>
                    </a:p>
                  </a:txBody>
                  <a:tcPr marL="91440" marR="91440" marT="45720" marB="45720"/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줄바꿈/따옴표 제거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CSV 원본 헤더 오염 제거</a:t>
                      </a:r>
                    </a:p>
                  </a:txBody>
                  <a:tcPr marL="91440" marR="91440" marT="45720" marB="45720"/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연속 공백 -&gt; 단일 공백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눈에 안 보이는 공백 차이 방지</a:t>
                      </a:r>
                    </a:p>
                  </a:txBody>
                  <a:tcPr marL="91440" marR="91440" marT="45720" marB="45720"/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duplicated 제거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중복 컬럼은 앞의 정상 데이터 우선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859C2-3AEA-483E-8156-9B2DD56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이 함수는 run.py 초반, run_cleansing_pipeline 시작, process_metric_columns 시작에서 반복 호출되어 헤더 오염을 계속 방어합니다.</a:t>
            </a:r>
          </a:p>
        </p:txBody>
      </p:sp>
    </p:spTree>
    <p:extLst>
      <p:ext uri="{BB962C8B-B14F-4D97-AF65-F5344CB8AC3E}">
        <p14:creationId xmlns:p14="http://schemas.microsoft.com/office/powerpoint/2010/main" val="1679895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E2455-BDE3-41E4-B338-836FCA6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E9177-13D3-4E13-B59B-EBCAC70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날짜 처리: process_and_filter_dates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6EB16-7C47-4E31-80F9-A2060D93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6D964-722A-4B67-85D6-C9CB520C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33C54-F77D-44E4-BAC9-F41D878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8B1F4-730D-425D-B4CD-CB572E7D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E5E8A-5317-4CE6-9243-4092DC4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3AD81-27F1-4455-85C2-C42FBC9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숫자형 날짜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E5007-442A-48F5-8CBB-18282060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Date를 문자열 strip 후 numeric 변환합니다. 0보다 크고 73050보다 작은 값은 Excel serial date로 보고 1899-12-30 origin을 적용합니다.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AE01F-6CCE-4A96-9EF5-B21A5610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0B7AD-282B-40A5-B5F5-E5307CE5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E88E2-97B4-4077-9323-6D1DDF75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텍스트 날짜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886CC-BEBD-4DE9-BF4E-080C9B2B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숫자가 아닌 값은 pd.to_datetime으로 파싱합니다. 실패 건은 숫자가 아닌 문자를 '-'로 치환해 format='mixed'로 재시도합니다.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89E79-939E-498E-BBEB-1E7166FE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BB61B-7024-47CC-991E-2BF2D91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2A87E-A07A-4E44-9A5C-0C7EF3A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필터와 파생 컬럼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DEFC3-C33B-4770-AF55-8EA1E20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2025-01-01 이후만 유지합니다. Week, Month, Quarter 컬럼이 있으면 Date 기준으로 다시 계산합니다.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E92C2-07AE-4F28-8E6F-2CEC679A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df가 비면 run.py에서 '유효한 날짜가 없어 스킵' 로그를 남기고 다음 파일로 넘어갑니다.</a:t>
            </a:r>
          </a:p>
        </p:txBody>
      </p:sp>
    </p:spTree>
    <p:extLst>
      <p:ext uri="{BB962C8B-B14F-4D97-AF65-F5344CB8AC3E}">
        <p14:creationId xmlns:p14="http://schemas.microsoft.com/office/powerpoint/2010/main" val="1680392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C73EC-E0D1-489F-86C5-AF6886B5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9BCFD-9358-452F-A07F-1C7F7E1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수치 지표 처리: process_metric_columns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E3312-8C53-4410-8CE6-7B8F741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C2414-1A62-4C53-866E-D765ED04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6A96C-1EF0-4115-B700-5F25AA6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METRICS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4953000"/>
                <a:gridCol w="4019550"/>
              </a:tblGrid>
              <a:tr h="5365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대상/규칙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컬럼 alias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Revenue(USD), Total Revenue, Rev. -&gt;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원본별 다른 이름 흡수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Spend alias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Spend, Cost -&gt; Media Spend (USD)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비용 컬럼 표준화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Install alias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App Installs, Installs -&gt; App Install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앱 설치 컬럼 표준화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숫자화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콤마 제거, -, –, — 는 0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문자/결측은 0으로 정리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cost_col / Clicks, Clicks=0이면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inf/NaN 방지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BC2F8-6C5A-4719-B266-6B2FDAE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이 단계 이후 지표 컬럼은 summary와 출력 포맷터에서 숫자로 다루기 쉬운 상태가 됩니다.</a:t>
            </a:r>
          </a:p>
        </p:txBody>
      </p:sp>
    </p:spTree>
    <p:extLst>
      <p:ext uri="{BB962C8B-B14F-4D97-AF65-F5344CB8AC3E}">
        <p14:creationId xmlns:p14="http://schemas.microsoft.com/office/powerpoint/2010/main" val="603653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E5519-AF14-4E56-806C-0583B96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FC67-6392-49F8-9C52-AAF6C27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텍스트 정규화: fast_normalize_text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89461-136C-4BDE-8EAB-3BDF1A16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D3996-4EBF-47FC-83AF-F0D2000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E1B2C-72E5-4538-8430-5F7B4A3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D769-037B-49BA-A5C9-7477C21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EEDC5-7DA5-4880-871F-66C8FE51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E51E6-0F23-468E-B1D4-60DAD79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1. 기본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62E51-26A7-4596-9BA2-C50F9710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914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NaN을 빈 문자열로 바꾸고 문자열 변환 후 앞뒤 공백을 제거합니다.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03A55-8122-4861-870A-DE74D87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431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84859-2413-4237-BCE8-997A59A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48E38-2922-4BB7-A086-FA3C142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2. Regex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08CB7-15CE-4798-96FE-A351A55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914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abcDef -&gt; abc Def, ABCDef -&gt; ABC Def, 123ABC -&gt; 123 ABC 형태로 분리합니다.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8CE0B-2832-4EA3-8375-40D654C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24540-F091-4542-BFF7-A84F66C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74E8D-A24C-44D5-8229-24F0EAB8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3. Title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7AC92-89B4-4CA1-BFB0-A6D1BFC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914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전체가 소문자이거나 대문자인 값만 Title Case로 바꿉니다. 이미 섞인 표기는 유지합니다.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1DAAC-3284-4DDA-A461-E8A7D97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906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36E84-49BA-47BC-A923-B33F979E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P_CAMEL_1 = ([a-z])([A-Z])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P_CAMEL_2 = ([A-Z])([A-Z][a-z])    P_DIGIT_CHAR = (\d+)([a-zA-Z]+)</a:t>
            </a:r>
          </a:p>
        </p:txBody>
      </p:sp>
    </p:spTree>
    <p:extLst>
      <p:ext uri="{BB962C8B-B14F-4D97-AF65-F5344CB8AC3E}">
        <p14:creationId xmlns:p14="http://schemas.microsoft.com/office/powerpoint/2010/main" val="161909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51B26-8945-4BF5-8B73-52B6A6D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E9AE3-D9DC-4392-AD7E-AD3D40E2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클렌징 파이프라인의 공통 입력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A3D62-E7F2-4681-9A02-BD8E50E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D62A-89D2-42CD-A711-9CED030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59F88-F0D7-421C-9676-B26CE8F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PIPELINE INPUT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6215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4667250"/>
                <a:gridCol w="4381500"/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raw_cols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원본 3단계 컬럼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 / Series / Products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std_cols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매핑표의 표준 3단계 컬럼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A/B/C_Standard 또는 D/E/F_Standard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key_col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merge에 사용할 매핑 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C_Key, F_Key, A_Key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normalize_cols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fast_normalize_text 적용 대상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MX는 3개, CE는 Category/Series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original_index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원본 행 순서 보존용 index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merge 후 중복 제거/복원 기준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D063-0687-4E65-AF88-3E0796F4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run_cleansing_pipeline은 먼저 df_raw.reset_index()로 original_index를 만들고, 마지막에 이 index로 정렬을 복원합니다.</a:t>
            </a:r>
          </a:p>
        </p:txBody>
      </p:sp>
    </p:spTree>
    <p:extLst>
      <p:ext uri="{BB962C8B-B14F-4D97-AF65-F5344CB8AC3E}">
        <p14:creationId xmlns:p14="http://schemas.microsoft.com/office/powerpoint/2010/main" val="1869788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88142-4148-435E-9307-224FCF8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1ABC-B647-4CF2-9106-AFB8C827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Media Mapping: F_Key와 Affiliate 예외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7A0F0-775C-4EEB-9DAE-D2F983C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7E592-9BCE-41AC-92F1-178441F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B7448-F8BB-4F3F-BB09-1305B74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5B712-98C5-4D89-8C05-6475317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DBD1D-A172-4273-AD92-B81A5DE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74BC-5B7A-4E64-B452-C09A2C7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일반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9A0F9-52D5-4B35-A403-010220A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A_raw = Media Type 1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B_raw = Media Type 2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C_raw = Media Platform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기본 join key는 C_norm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즉 F_Key = Media Platform 정규화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EFC48-33B1-4868-9CD8-D905BD07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19D05-79E1-430F-BB85-CF44E5C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00290-EF24-4FCA-93AC-7C1453A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Affiliate 예외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BEB13-1523-4FDC-B157-2E99BBB7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A_norm이 Affiliate이면 _v_key를 B_norm으로 변경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즉 Media Type 2로 매핑을 찾음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성공 시 C_cleaned는 raw platform 유지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실패 시 B_cleaned='Others'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C_cleaned는 raw platform 유지</a:t>
            </a:r>
          </a:p>
        </p:txBody>
      </p:sp>
    </p:spTree>
    <p:extLst>
      <p:ext uri="{BB962C8B-B14F-4D97-AF65-F5344CB8AC3E}">
        <p14:creationId xmlns:p14="http://schemas.microsoft.com/office/powerpoint/2010/main" val="8225263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76D148-2354-41E7-A7A2-550A4AB4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0773-94E2-48D9-8776-CC460FE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Priority Scoring: 후보가 여러 개일 때 하나를 고르는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1269B-4F8F-4B58-99A6-96F907B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ECDD5-7106-46B3-9076-70B118EB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031F8-634E-4158-B214-1AE6D4F6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PRIORITY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8478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381500"/>
                <a:gridCol w="53340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A/B/C 모두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가장 정확한 full match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A/B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제품명까지는 안 맞아도 상위 분류가 맞음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B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Series 수준의 loose match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key_col이 존재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key는 찾았지만 검증 조건은 약함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 key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실패 후보. fallback 또는 unmapped 대상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1E1EE-4DBD-40EB-8CBE-7BEADB6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동일 original_index에 여러 후보가 붙으면 priority 내림차순으로 정렬 후 첫 행만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696949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57820-B9C6-42E2-B987-64C405D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269A6-33D8-4608-B23A-FBEEFD5A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Match 조건: NONE과 ANY의 의미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F845C-EFA0-4EB5-8B46-AD91967B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B4218-0A10-47DE-AA13-7D155F6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88EC9-4445-4BCA-9A69-62F4D45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 RULE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04850" y="1962150"/>
          <a:ext xmlns:a="http://schemas.openxmlformats.org/drawingml/2006/main" cx="107823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476750"/>
                <a:gridCol w="4591050"/>
              </a:tblGrid>
              <a:tr h="647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표준값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판정 방식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사용 의도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실제 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lower(raw_norm) == lower(std)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정확한 표준값 일치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해당 단계 검증을 사실상 skip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매핑표에서 단계가 의미 없을 때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raw_norm이 비어 있지 않으면 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값 존재만 확인할 때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Affiliate + 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Media에서 Affiliate면 NONE을 pass로 보정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Affiliate 구조 예외 처리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ACB2D-F890-4883-A559-232ADAF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A/B/C 각각 a_match, b_match, c_match를 벡터로 계산한 뒤 np.select로 priority를 부여합니다.</a:t>
            </a:r>
          </a:p>
        </p:txBody>
      </p:sp>
    </p:spTree>
    <p:extLst>
      <p:ext uri="{BB962C8B-B14F-4D97-AF65-F5344CB8AC3E}">
        <p14:creationId xmlns:p14="http://schemas.microsoft.com/office/powerpoint/2010/main" val="6565493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C5023-F515-4DE3-8BCF-0881B76F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29788-7010-4F3F-98D8-04343743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실패와 보존: 클렌징 결과를 어떻게 채우는가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E4E5E-616E-4BDC-BD9D-B3EDADD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2907D-B36E-4142-A9C1-E04F249D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71BBE-DB05-409E-89F2-1B3CC14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8DAB1-9479-4AEB-A880-CC6FFA0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3077E-9B5E-43DD-9505-E058B0F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2ACA7-E568-4A4C-B2B2-778010A3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기본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E03BC-2983-4124-A5F6-500B8EF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9146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A_cleaned, B_cleaned, C_cleaned에는 매핑표의 std_cols 값을 넣습니다.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81F0C-AB78-41C5-8A70-383F5EE9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83E03-DBCE-4C0C-98E6-F2D5C560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E1F49-C2B0-4710-98DA-A981DA6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최종 NaN 방어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EC0C5-EA90-4426-A4F8-6FED7BD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9146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A_cleaned가 NaN이면 raw 3개 컬럼 값을 cleaned 컬럼에 그대로 복사합니다.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A3F3F-2BB3-4982-BB2E-B272E564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E77B8-9900-489F-AA11-C3A49591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8C378-FE06-4DC4-8FE2-5DDC91E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이미 유효한 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E6E10-9B9B-4C05-B747-A04078CC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146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raw A|B|C가 매핑표의 표준 조합과 같으면 cleaned도 raw 값으로 되돌립니다.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41CFB-5068-4E17-8E4F-7B534C2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이 설계 때문에 매핑 실패가 곧바로 데이터 소실로 이어지지 않고, 원본 값을 보존하면서 리포트로 추적합니다.</a:t>
            </a:r>
          </a:p>
        </p:txBody>
      </p:sp>
    </p:spTree>
    <p:extLst>
      <p:ext uri="{BB962C8B-B14F-4D97-AF65-F5344CB8AC3E}">
        <p14:creationId xmlns:p14="http://schemas.microsoft.com/office/powerpoint/2010/main" val="536207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EB8DE-D738-44DF-A72D-7C49FE4E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53940-A2D6-41D3-8342-679DE812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MX Product Mapping: C_Key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C2022-D59E-4FDE-8B0E-71FB7BF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6EDE6-E2AF-4061-B662-39E84442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EEC5B-5003-4117-85CB-12D68A67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MX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133E-5ADB-430B-90DF-F6FD053C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C302-AA51-437C-8C86-D748306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31974-82F2-4D12-A59A-A3C9720C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기본 로직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B520A-FE1F-4D28-8F87-E0C1075E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BU 컬럼이 원본에 없으면 MX 경로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 Category/Series/Products 3개를 정규화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Products 정규화 값으로 C_Key merge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Priority Scoring으로 최종 후보 선택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df_cleaned_final[BU] = 'MX'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1917-0494-4556-83A2-1FE7D17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DE363-87C7-446E-A972-4266E6F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6B624-2E83-45C2-8264-274BA5BB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후처리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77D4D-6152-448A-9F17-1CD538F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Mindset 컬럼이 있으면 'cold' -&gt; 'Cold'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Funding 컬럼이 있으면 'gmo' -&gt; 'GMO'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Funding 컬럼이 있으면 'local' -&gt; 'Local'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format_mx_data로 최종 컬럼 순서 고정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Products_cleaned -&gt; Products로 덮어쓰기</a:t>
            </a:r>
          </a:p>
        </p:txBody>
      </p:sp>
    </p:spTree>
    <p:extLst>
      <p:ext uri="{BB962C8B-B14F-4D97-AF65-F5344CB8AC3E}">
        <p14:creationId xmlns:p14="http://schemas.microsoft.com/office/powerpoint/2010/main" val="311258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877C9-3DC2-414F-9CA8-CE36337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C4A5-EB20-456F-8007-368BEB93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MX Rescue: Multi 또는 누락값 구제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8B00F-8139-4348-AA32-7960FD7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23D5C-9F25-4CAE-8788-7D290DA6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42491-16E6-45FF-8C6D-8B159D3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MX RESCUE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AC39B-3A7A-4472-97E2-F079EB6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ECB6-9320-407D-9A85-2820827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CD343-4EB9-458C-959A-A527BE4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대상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5F6FA-F73E-4331-BD55-045AC8E5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A_cleaned가 'Multi'이거나 NaN인 행만 rescue 대상입니다. 전체 행을 다시 매핑하지 않고 필요한 행만 처리합니다.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02BF5-1FD0-4563-A4BB-869D2777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3F9BA-CFBA-4F3A-AE19-EAAC9AD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A585F-19F3-4466-AEA3-03392BA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lookup 구성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319FA-4974-4C86-A107-E6E356D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series_reverse_map은 유효한 Series -&gt; (Category, Series)를 저장합니다. fallback_map은 Category -&gt; (Category, Multi/Others)를 저장합니다.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042EC-981B-4E1B-82D8-A158906E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C5018-BD2A-4A79-A108-8E1ACBE9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5980B-A65D-4A93-BA6E-B19C9FC2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적용 순서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98AE3-4AEC-427E-B4B9-68F6E61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ser_lower가 series_reverse_map에 있으면 사용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cat_lower가 fallback_map에 있으면 사용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cat_lower가 series_reverse_map에 있으면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7AFC5-917C-49BD-B9DE-218DF5D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성공한 행은 A/B/C_cleaned를 새 값으로 덮고, C_cleaned는 rescue된 Series 값으로 설정합니다.</a:t>
            </a:r>
          </a:p>
        </p:txBody>
      </p:sp>
    </p:spTree>
    <p:extLst>
      <p:ext uri="{BB962C8B-B14F-4D97-AF65-F5344CB8AC3E}">
        <p14:creationId xmlns:p14="http://schemas.microsoft.com/office/powerpoint/2010/main" val="277281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38E0F-E6C1-493E-B26C-284A36A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23BB0-0199-400C-B45C-2DBD08C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CE Product Mapping: A_Key 기준으로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08000-A75F-43AA-B237-6CB56605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EC129-9819-41BE-83F4-4C799A0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48F1-52D8-4065-9695-4F7E82A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12F4E-5F96-4D5E-BD3B-BC19CB9C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7CD13-395D-40A8-A71D-0165CBB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C1670-3654-40D7-BE49-B7FDFFC6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CE 진입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C197A-CA7A-4FFF-A4E0-CDF4B67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원본 CSV에 BU 컬럼이 있으면 CE 경로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run_ce_product_cleansing() 사용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 Category와 Product Series만 정규화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Products는 제품명 원본 보존 성격이 강함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A_Key로 Category를 먼저 찾음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AE9F7-F6BD-4A80-B7A9-5E14D2A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8116A-3670-48F1-BD1B-349D69B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2383E-C63B-4D6E-86CE-F9D99BC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결과 컬럼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ED4D1-B7A6-41A5-A0F3-BBF8A990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 Category_cleaned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 Series_cleaned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Products_cleaned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NON_CE_CATEGORY는 실패 표시용 임시 값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실패 시 raw Category/Series로 되돌림</a:t>
            </a:r>
          </a:p>
        </p:txBody>
      </p:sp>
    </p:spTree>
    <p:extLst>
      <p:ext uri="{BB962C8B-B14F-4D97-AF65-F5344CB8AC3E}">
        <p14:creationId xmlns:p14="http://schemas.microsoft.com/office/powerpoint/2010/main" val="7090233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E40DD-2470-4085-BEC9-0B076B2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FDDC0-1AE8-411A-9707-DD3430E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CE lookup map: 중복 Series 오매핑 방지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D10A9-B64C-416B-A2DD-697942C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0B929-0197-4679-AB90-90254EA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457DA-ECFF-491E-9C02-AB7A460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CE SAFETY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4310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762500"/>
                <a:gridCol w="40005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맵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만드는 방식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쓰임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valid_categories_map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A_Key lower -&gt; A_Standard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raw category를 표준 category로 연결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series_map_by_cat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category별 valid series 목록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 안에서 series 검증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fallback_map_by_cat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Others 우선, 없으면 Multi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series가 불명확할 때 fallback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seen_series_counts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series가 몇 category에 등장하는지 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중복 series 감지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global_series_lookup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한 category에만 있는 series만 등록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category가 틀렸을 때 rescue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754AB-72D9-4C41-9C5B-278C423D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핵심 안전장치: 여러 category에 등장하는 series는 global lookup에 넣지 않아 잘못된 category 추론을 막습니다.</a:t>
            </a:r>
          </a:p>
        </p:txBody>
      </p:sp>
    </p:spTree>
    <p:extLst>
      <p:ext uri="{BB962C8B-B14F-4D97-AF65-F5344CB8AC3E}">
        <p14:creationId xmlns:p14="http://schemas.microsoft.com/office/powerpoint/2010/main" val="9281037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5C070-1959-482D-A66E-D54FFDEC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DF971-9DF7-404C-B49A-ACEC69E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CE row별 판정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B0162-4315-44E1-81F2-999D93A0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4F710-B69F-4897-935C-13D0EEFD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E7FAC-FCCE-4003-8E0F-D746199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CE DECISION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867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714750"/>
                <a:gridCol w="4248150"/>
              </a:tblGrid>
              <a:tr h="644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matched_cat 없음 + series가 global unique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global_series_lookup 사용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해당 category/series로 rescue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matched_cat 없음 + rescue 불가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NON_CE_CATEGORY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나중에 raw category/series로 복원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matched_cat 있음 + series가 category 내 존재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정상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cat_std + 해당 series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matched_cat 있음 + series가 global unique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cross-category rescue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global category/series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matched_cat 있음 + series 불명확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fallback_map_by_cat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Others 또는 Multi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36DF-4527-439E-A2F9-9623838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Products_cleaned는 NON_CE_CATEGORY가 아니면 raw Products 값을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1378474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C06A3-9FFE-4F7A-9037-F74E9901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8B939-AB13-4CE3-B7A2-E8E2EEF6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CE BU 보정과 keyword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D5C7F-1CBC-42DB-8C59-706C2CB1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B2B5E-ECDF-441B-8F47-FC5FC530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229B6-EA28-4BE4-A43B-3C66F15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CE POST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A2DA-9D55-461B-9B84-D504A45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B71DC-EBDD-41CB-B459-9E75B24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B6EAB-38B5-4C6F-B194-2505FDA7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BU 초기화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DE872-E0F8-42B2-9742-59804E5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assign_ce_division()은 raw BU를 가져와 strip 후 무조건 대문자로 바꿉니다. BU가 없으면 MX로 둡니다.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F79B6-5001-42AC-8F31-A3513CA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891C8-A7AD-44D5-B42D-0DAEF11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EBD48-8C49-4731-8A4A-3A1CC94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DIV_RULES override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7D48E-20E6-4D7D-BB5E-296AE5E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Product Category_cleaned 기준으로 VD/DA/MX category 목록에 포함되면 BU를 해당 division으로 덮어씁니다.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F5387-65D2-42AE-B742-2A6F323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2D51A-88ED-4566-88CD-8824996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98D00-83E8-4438-81C5-3246EB4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IGNORE_KEYWORDS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3754F-7299-4CFE-95EC-BB77B65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config.IGNORE_KEYWORDS는 소문자 기준 삭제 대상입니다. 현재 smartphones가 있으면 해당 행을 제거합니다.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6BE12-CB7C-4E4A-854B-23AEB2A8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필터로 행이 줄어들 수 있으므로 summary 생성 시 reporting.py는 raw/cleaned 공통 index만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31606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BCCAB-7F90-41D9-AEC1-C2CD161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5751-FACB-4B27-BFE8-A3541328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MX/CE 최종 포맷터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B5667-CAEC-4BEC-A17B-EEDEB3D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034DF-D68E-473C-9DB3-5D75C31C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2EA34-9683-4566-8265-912670A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FORMAT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6215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4429125"/>
                <a:gridCol w="4429125"/>
              </a:tblGrid>
              <a:tr h="568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format_mx_data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format_ce_data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Raw 보존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 Type 2/Platform (Raw) 생성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동일</a:t>
                      </a:r>
                    </a:p>
                  </a:txBody>
                  <a:tcPr marL="91440" marR="91440" marT="45720" marB="45720"/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 덮어쓰기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*_cleaned -&gt; 원래 컬럼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동일</a:t>
                      </a:r>
                    </a:p>
                  </a:txBody>
                  <a:tcPr marL="91440" marR="91440" marT="45720" marB="45720"/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 덮어쓰기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Products_cleaned -&gt; Products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Products_cleaned -&gt; Products (Optional)</a:t>
                      </a:r>
                    </a:p>
                  </a:txBody>
                  <a:tcPr marL="91440" marR="91440" marT="45720" marB="45720"/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누락 컬럼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MX_OUTPUT_COLS에 없는 컬럼은 None 생성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CE_OUTPUT_COLS에 없는 컬럼은 None 생성</a:t>
                      </a:r>
                    </a:p>
                  </a:txBody>
                  <a:tcPr marL="91440" marR="91440" marT="45720" marB="45720"/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최종 순서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config.MX_OUTPUT_COLS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config.CE_OUTPUT_COLS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858B4-EF2B-4D69-A7D4-54F17B1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포맷터는 개별 cleaned 결과 CSV의 컬럼명과 컬럼 순서를 고정하는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5034239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4EE1C4-88A1-430B-903C-481BF138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32F52-D221-45C3-985D-3BE2E3E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검증용 컬럼 배치: insert_cleaned_left_of_raw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2E94A-505B-4394-B5C8-2158A5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7B831-C914-4370-A2D3-A7528E13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2C85E-4425-4246-B1A8-4A39CE9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A9B4D-85E0-431A-95C9-03EA37B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F5CFD-7C2B-491D-A590-095E0B2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B2775-B19E-43AE-A492-906486B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왜 필요한가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C7181-D892-4731-BC1F-EAC390CA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운영자가 결과 CSV를 열었을 때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cleaned 값과 raw 값을 바로 비교해야 함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따라서 *_cleaned 컬럼을 원본 컬럼 왼쪽에 배치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매핑 품질 확인 시간이 크게 줄어듦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B0186-AE73-4FB5-BB62-604FB1F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95505-0F15-4027-8BA8-85E3B1D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FD106-DA34-499B-8259-75A1F4FD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동작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8E2D7-BEDB-4C49-8444-F13919C1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1. *_cleaned 컬럼 집합 추출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2. base 컬럼 순서대로 순회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3. target_clean이 있으면 먼저 추가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4. 그 다음 raw 컬럼 추가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5. 남은 cleaned 컬럼은 마지막에 추가</a:t>
            </a:r>
          </a:p>
        </p:txBody>
      </p:sp>
    </p:spTree>
    <p:extLst>
      <p:ext uri="{BB962C8B-B14F-4D97-AF65-F5344CB8AC3E}">
        <p14:creationId xmlns:p14="http://schemas.microsoft.com/office/powerpoint/2010/main" val="8196099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AE6E3-11C2-41D9-9D05-99A5A36F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B3EC9-1E48-45B5-BD60-67B92D8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변경 요약 리포트: create_change_summary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44559-0DB1-465B-8889-B3328FB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E7D49-8692-4770-AED1-13C0275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CF877-335E-4DFF-AED1-A036ECFA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9BF6-C716-40B2-846D-DA30E4A0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0BE11-0CB1-4B5E-93E4-711E8EC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7C5C-F5F9-4193-8AC6-D8FB9A26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Index 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300AD-DB2A-4B22-9FD5-6278D7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필터로 cleaned 행이 줄었을 수 있으므로 raw와 cleaned의 공통 index만 비교합니다.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AE669-C47D-4FD3-A994-B0AA7B12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D0AFF-AF2E-4574-8821-42F915D8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FBB9D-A1EB-4F8C-B060-51DDC20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Wide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88FEF-E91D-46EB-8676-51E6711A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cleaned 컬럼과 raw 컬럼을 한 줄에 나란히 놓습니다. 예: Product Category_cleaned, Product Category.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D3B98-1BAA-4A7E-8664-60E772E5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D5371-599B-4F96-B049-9A0BE58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92506-2284-41DF-AED2-86C4749C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F1B91-55D8-4EB2-A622-E2113AE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하나라도 달라진 행만 남긴 뒤 groupby로 동일 변경 패턴을 묶고 Counts를 계산합니다.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7F13A-00E1-4E80-8002-D6971E25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summary_prod는 PRODUCT_COLS, summary_media는 MEDIA_COLS를 기준으로 생성됩니다.</a:t>
            </a:r>
          </a:p>
        </p:txBody>
      </p:sp>
    </p:spTree>
    <p:extLst>
      <p:ext uri="{BB962C8B-B14F-4D97-AF65-F5344CB8AC3E}">
        <p14:creationId xmlns:p14="http://schemas.microsoft.com/office/powerpoint/2010/main" val="764475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29498-3CF3-49F4-B89E-08F6EDC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4DB26-8833-463B-A9EC-FB6B691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미매핑 제품 리포트: build_unmapped_product_rows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9B482-3364-4F07-A467-923E9D6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EE12A-B1B9-4D0D-A4A8-FD3F8F2A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0A602-2F13-41B0-BB1D-E9F5380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UNMAPPED PRODUCT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4310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93345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입력 검증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df_source, unmapped_df, key_source_col, 원본 제품 3열 존재 여부 확인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key 수집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unmapped_df['Unmapped_Key']를 strip 후 set으로 만들고 빈 값 제거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원본 행 찾기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df_source[key_source_col]이 unmapped_keys에 포함되는 행만 선택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출력 구성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Product_Key_Normalized + Raw Category/Series/Products 3열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중복 제거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drop_duplicates 후 reset_index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23622-9939-4315-A64A-FF931D8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MX는 key_source_col='Products', CE는 key_source_col='Product Category'를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017146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A260F-5850-4596-9A29-E1E7DE9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E3130-4B58-413D-9501-46847E4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미매핑 Media/Product 최종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0AB4-B11D-4BD5-B197-40EDF42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CDB2-6534-42C5-98A0-73BA366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43259-9D7B-4E1F-A495-FBB9E69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UNMAPPED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ED87A-EB8A-4626-9E98-3956274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7E44F-53F7-4367-A304-1E53131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06A59-8150-4346-B57D-F156F4F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AF3F9-38D8-4509-BB0E-F4A5448E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각 파일의 df_unmapped_media에서 Unmapped_Key 수집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전체 실행 동안 total_unmapped_media set에 누적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save_unmapped_reports에서 Unmapped_Media.csv 저장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컬럼명: Unmapped_Media_Key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CAA2F-855C-4D7E-8691-F3AEFA26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BB22-000A-42C0-8B0E-46F7A2B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514B8-C09E-4D63-B92D-CE44608C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2B340-6FEA-4383-A931-62AD020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파일별 build_unmapped_product_rows 결과를 list에 누적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전체 종료 전 concat + drop_duplicates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save_unmapped_reports에서 Unmapped_Products.csv 저장</a:t>
            </a:r>
          </a:p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매핑 Excel 보완 후보로 사용</a:t>
            </a:r>
          </a:p>
        </p:txBody>
      </p:sp>
    </p:spTree>
    <p:extLst>
      <p:ext uri="{BB962C8B-B14F-4D97-AF65-F5344CB8AC3E}">
        <p14:creationId xmlns:p14="http://schemas.microsoft.com/office/powerpoint/2010/main" val="15679598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5E206-4F46-45E1-99E1-4CC83B2D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E1D4-2B9A-4274-A23A-AB3F789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개별 파일 저장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BDCFB-C45C-4633-B5C4-2DB935F5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7BD6-D02B-41E2-B14C-C4FF90F1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8D9F4-4B33-4FD4-B99D-07252694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SAVE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4310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85725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규칙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파일명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cleaned_{min_date MMDD}~_{원본 파일 stem}.csv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min_date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저장 대상 df_save의 Date를 datetime 변환 후 최소값 사용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메인 결과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Cleaned_Result -&gt; {output_base_path}.csv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요약 결과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Summary_Prod/Media -&gt; {output_base_path}_{key}.csv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인코딩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utf-8-sig로 저장해 Excel 호환성 확보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E171D-F3A7-44B6-8CAB-CD05D52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save_to_csv_separated는 빈 DataFrame은 저장하지 않습니다. 따라서 변경 요약이 없으면 summary 파일이 없을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851908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3A838-805E-4BED-95EF-81F1623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9F512-D75A-422A-A625-7FCBC9BA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오류 처리와 로그 읽는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35637-87AF-48A0-8440-89EEAF4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F8363-4518-4D0F-98A4-BF3E6014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4E70C-B542-4ED8-A919-DD16CD9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C7AB-913E-46C0-A8BD-A8E24EE9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A2AED-1E77-4B36-A389-DC960607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9545A-FE3E-4BA6-BADF-477C64D2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Import 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4B78A-655E-4C43-9F63-94398EE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필수 모듈 import 실패는 FATAL 로그 후 sys.exit(1)로 전체 종료합니다.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D1206-DC4E-4633-BF48-55B434C1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5B01D-4901-4A6D-9CCA-E38F814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79433-59C9-4F9B-8544-7694E17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파일 로드 실패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2A499-619F-4049-BE9B-D75B55F3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load_csv_safely가 None을 반환하면 해당 파일만 로드 실패 로그를 남기고 continue합니다.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3599E-EEA5-4163-A9D5-E68E29F7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6F06C-1AA8-4254-9ED1-85A00AFF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BC391-C296-47AB-AFAA-DDC76DA4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</a:defRPr>
            </a:pPr>
            <a:r>
              <a:rPr sz="1650" b="1">
                <a:solidFill>
                  <a:srgbClr val="162033"/>
                </a:solidFill>
              </a:rPr>
              <a:t>파일 처리 중 예외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6E3E7-070F-4F78-B5FF-2E718AE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29146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E"/>
                </a:solidFill>
              </a:defRPr>
            </a:pPr>
            <a:r>
              <a:rPr sz="1200" b="0">
                <a:solidFill>
                  <a:srgbClr val="5E6B7E"/>
                </a:solidFill>
              </a:rPr>
              <a:t>개별 파일 try/except가 예외와 stack trace를 남기고 다음 파일로 넘어갑니다.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C4D0C-21EE-4064-A872-9F78861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</a:defRPr>
            </a:pPr>
            <a:r>
              <a:rPr sz="1500" b="1">
                <a:solidFill>
                  <a:srgbClr val="162033"/>
                </a:solidFill>
              </a:rPr>
              <a:t>장애 대응은 cleansing_log.txt에서 파일명, 단계명, 'Skip', 'Alert', 'FATAL' 키워드를 먼저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845946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16C19-D523-4C4C-94F2-7B2A7DEA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DFAA2-4D75-43DB-AF5A-9C73EE3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매핑 수정 시 확인해야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79AA7-0DBB-47B5-8974-D8550A40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65EB4-7134-4CD4-A717-2AF38BF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45848-57FB-4269-86BA-94C269A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04850" y="1866900"/>
          <a:ext xmlns:a="http://schemas.openxmlformats.org/drawingml/2006/main" cx="107823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3905250"/>
                <a:gridCol w="373380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수정 대상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확인할 key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미디어 플랫폼 미매핑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media_mapping_MASTER.xlsx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F_Key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MX 제품 미매핑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product_mapping_MX.xlsx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C_Key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CE 카테고리 미매핑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product_mapping_CE.xlsx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A_Key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Series가 Multi로 남음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MX/CE product mapping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B_Standard 후보와 Others/Multi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CE BU가 이상함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config.DIV_RULES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Product Category_cleaned 분류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특정 category 제거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config.IGNORE_KEYWORDS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소문자 기준 keyword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EA6A9-58C0-4460-AFE2-51983EF2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Excel 매핑을 수정한 뒤에는 별도 수동 JSON 편집이 아니라 run.py 재실행으로 JSON 캐시를 다시 만들게 하는 것이 원칙입니다.</a:t>
            </a:r>
          </a:p>
        </p:txBody>
      </p:sp>
    </p:spTree>
    <p:extLst>
      <p:ext uri="{BB962C8B-B14F-4D97-AF65-F5344CB8AC3E}">
        <p14:creationId xmlns:p14="http://schemas.microsoft.com/office/powerpoint/2010/main" val="19261021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EAA53-D48A-46AB-AFEA-0C91B06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84A65-BC48-4A41-82F5-6006F3F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운영 체크리스트: 클렌징 산출물까지만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5A513-EC7E-41CC-B066-1AE09FB0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CB3C9-BE35-4E7E-BFD3-19B8A48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9F01D-9280-4236-98AB-4189133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CHECKLIST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790700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2476500"/>
                <a:gridCol w="2476500"/>
                <a:gridCol w="2667000"/>
                <a:gridCol w="27051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성공 기준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실패 신호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조치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1_Input에 CSV 배치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파일명 로그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파일 없음/권한 오류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경로와 Excel 열림 확인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run.py 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JSON 캐시 생성 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Excel 읽기 오류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3_Config 파일 확인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날짜/지표 전처리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Skip 없이 진행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유효 날짜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Date 컬럼 형식 확인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cleaned 결과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2_Output cleaned CSV 생성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summary만 생성/메인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df_save empty 여부 확인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Reports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미매핑 key 파악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미매핑 급증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 Excel 보완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Git 커밋 전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코드/설정만 staged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1_Input/2_Output CSV 포함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CSV unstage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8864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A6260-56D8-42F6-984A-390DE62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5229F-BFFC-45AF-A17C-74A27F0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핵심 함수 빠른 색인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869D0-F748-43A4-BDD3-F7E89A5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389A6-561C-4979-9C20-2D5C2EA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676E5-23A4-4070-B5FF-6129DEFB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INDEX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3524250"/>
                <a:gridCol w="5143500"/>
              </a:tblGrid>
              <a:tr h="488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run.py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main_workflow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전체 실행 순서와 파일별 루프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run.py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build_unmapped_product_rows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미매핑 제품 리포트용 raw 문맥 구성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src/converter.py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convert_excel_to_json / load_map_from_json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매핑 Excel 캐시화와 merge용 df_map 구성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src/utils.py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load_csv_safely / process_and_filter_dates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CSV 로드와 날짜 필터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src/pipeline.py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run_cleansing_pipeline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Media와 MX Product 공통 클렌징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src/pipeline.py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run_ce_product_cleansing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CE Product 전용 클렌징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src/reporting.py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create_change_summary / save_unmapped_reports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033"/>
                          </a:solidFill>
                        </a:rPr>
                        <a:t>요약 및 미매핑 리포트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AC9A1-B832-4085-8288-335967F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이 색인은 입력, 전처리, 매핑, 리포트 저장에 직접 관여하는 함수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1742775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BA523736A28D74F84B03CC31B37893E" ma:contentTypeVersion="17" ma:contentTypeDescription="새 문서를 만듭니다." ma:contentTypeScope="" ma:versionID="7369342f8e9f44c9495f691b28e8f420">
  <xsd:schema xmlns:xsd="http://www.w3.org/2001/XMLSchema" xmlns:xs="http://www.w3.org/2001/XMLSchema" xmlns:p="http://schemas.microsoft.com/office/2006/metadata/properties" xmlns:ns2="470a07d5-0222-4d70-ad9e-4222da94921d" xmlns:ns3="d2b42923-918a-4c3d-87c9-632d08f647f2" targetNamespace="http://schemas.microsoft.com/office/2006/metadata/properties" ma:root="true" ma:fieldsID="fe9b6568e8071b136a4dd719ec0a0cd7" ns2:_="" ns3:_="">
    <xsd:import namespace="470a07d5-0222-4d70-ad9e-4222da94921d"/>
    <xsd:import namespace="d2b42923-918a-4c3d-87c9-632d08f64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a07d5-0222-4d70-ad9e-4222da9492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5e14dd06-0c66-460f-ad99-bde37bef42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42923-918a-4c3d-87c9-632d08f647f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01eacad-cc3b-4972-b95e-f65b08a440a6}" ma:internalName="TaxCatchAll" ma:showField="CatchAllData" ma:web="d2b42923-918a-4c3d-87c9-632d08f64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0a07d5-0222-4d70-ad9e-4222da94921d">
      <Terms xmlns="http://schemas.microsoft.com/office/infopath/2007/PartnerControls"/>
    </lcf76f155ced4ddcb4097134ff3c332f>
    <TaxCatchAll xmlns="d2b42923-918a-4c3d-87c9-632d08f647f2" xsi:nil="true"/>
  </documentManagement>
</p:properties>
</file>

<file path=customXml/itemProps1.xml><?xml version="1.0" encoding="utf-8"?>
<ds:datastoreItem xmlns:ds="http://schemas.openxmlformats.org/officeDocument/2006/customXml" ds:itemID="{B776E229-BCBF-4FFD-B3C1-3BCC1D5A3854}"/>
</file>

<file path=customXml/itemProps2.xml><?xml version="1.0" encoding="utf-8"?>
<ds:datastoreItem xmlns:ds="http://schemas.openxmlformats.org/officeDocument/2006/customXml" ds:itemID="{36C8F2BD-46E5-4BA5-AD4F-5882C84F1D3A}"/>
</file>

<file path=customXml/itemProps3.xml><?xml version="1.0" encoding="utf-8"?>
<ds:datastoreItem xmlns:ds="http://schemas.openxmlformats.org/officeDocument/2006/customXml" ds:itemID="{C0127D6B-C696-4A64-A783-5CF8C013F369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2026-06-22T08:39:32Z</dcterms:created>
  <dcterms:modified xsi:type="dcterms:W3CDTF">2026-06-22T08:39:32Z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0x0101005BA523736A28D74F84B03CC31B37893E</vt:lpwstr>
  </property>
</Properties>
</file>